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68DF9B-B7E9-4DFF-8EFA-BE4D35009D6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2812BC-0C93-4FB9-B42D-2FBF9CEDEF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31C38EA-E072-40F6-A8E8-921CDB16A1E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720000" y="720000"/>
            <a:ext cx="7920000" cy="14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Слайд автотеста 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720000" y="2880000"/>
            <a:ext cx="7920000" cy="14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Проверка показа презентации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720000"/>
            <a:ext cx="7920000" cy="14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Слайд автотеста 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